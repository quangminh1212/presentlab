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1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2-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3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4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5-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6-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7-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PresentLab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PresentLab Brutalist template gallery</dc:title>
  <dc:subject>HTML-first rendered presentation</dc:subject>
  <dc:creator>PresentLab</dc:creator>
  <cp:lastModifiedBy>PresentLab</cp:lastModifiedBy>
  <cp:revision>1</cp:revision>
  <dcterms:created xsi:type="dcterms:W3CDTF">2026-09-19T13:11:07Z</dcterms:created>
  <dcterms:modified xsi:type="dcterms:W3CDTF">2026-09-19T13:11:07Z</dcterms:modified>
</cp:coreProperties>
</file>