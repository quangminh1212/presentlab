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palette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palette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palette-cin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palette-cob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alette-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palette-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palette-saff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8-palette-pl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9-palette-oc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10-palette-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11-palette-m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12-palette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13-palette-cop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14-palette-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15-palette-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color palette catalog</dc:title>
  <dc:subject>HTML-first rendered presentation</dc:subject>
  <dc:creator>PresentLab</dc:creator>
  <cp:lastModifiedBy>PresentLab</cp:lastModifiedBy>
  <cp:revision>1</cp:revision>
  <dcterms:created xsi:type="dcterms:W3CDTF">2026-09-20T19:00:33Z</dcterms:created>
  <dcterms:modified xsi:type="dcterms:W3CDTF">2026-09-20T19:00:33Z</dcterms:modified>
</cp:coreProperties>
</file>