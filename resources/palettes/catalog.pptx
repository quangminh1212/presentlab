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1-palette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2-palette-g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3-palette-cin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4-palette-cob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5-palette-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6-palette-fo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7-palette-saff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8-palette-pl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9-palette-oc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0-palette-s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1-palette-mo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2-palette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3-palette-copp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4-palette-vio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5-palette-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PresentLab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PresentLab color palette catalog</dc:title>
  <dc:subject>HTML-first rendered presentation</dc:subject>
  <dc:creator>PresentLab</dc:creator>
  <cp:lastModifiedBy>PresentLab</cp:lastModifiedBy>
  <cp:revision>1</cp:revision>
  <dcterms:created xsi:type="dcterms:W3CDTF">2026-09-19T18:06:18Z</dcterms:created>
  <dcterms:modified xsi:type="dcterms:W3CDTF">2026-09-19T18:06:18Z</dcterms:modified>
</cp:coreProperties>
</file>