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1-palette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2-palette-gu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3-palette-cinemat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4-palette-cob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5-palette-co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6-palette-for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7-palette-saff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8-palette-pl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9-palette-oce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10-palette-sa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11-palette-mon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12-palette-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13-palette-copp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14-palette-viol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15-palette-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PresentLab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PresentLab color palette catalog</dc:title>
  <dc:subject>HTML-first rendered presentation</dc:subject>
  <dc:creator>PresentLab</dc:creator>
  <cp:lastModifiedBy>PresentLab</cp:lastModifiedBy>
  <cp:revision>1</cp:revision>
  <dcterms:created xsi:type="dcterms:W3CDTF">2026-09-20T15:43:58Z</dcterms:created>
  <dcterms:modified xsi:type="dcterms:W3CDTF">2026-09-20T15:43:58Z</dcterms:modified>
</cp:coreProperties>
</file>